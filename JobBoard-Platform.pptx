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4630400" cy="8229600"/>
  <p:notesSz cx="8229600" cy="14630400"/>
  <p:embeddedFontLst>
    <p:embeddedFont>
      <p:font typeface="Tomorrow Semi Bold"/>
      <p:regular r:id="rId14"/>
    </p:embeddedFont>
    <p:embeddedFont>
      <p:font typeface="Tomorrow Semi Bold"/>
      <p:regular r:id="rId15"/>
    </p:embeddedFont>
    <p:embeddedFont>
      <p:font typeface="Tomorrow Semi Bold"/>
      <p:regular r:id="rId16"/>
    </p:embeddedFont>
    <p:embeddedFont>
      <p:font typeface="Tomorrow Semi Bold"/>
      <p:regular r:id="rId17"/>
    </p:embeddedFont>
    <p:embeddedFont>
      <p:font typeface="Tomorrow"/>
      <p:regular r:id="rId18"/>
    </p:embeddedFont>
    <p:embeddedFont>
      <p:font typeface="Tomorrow"/>
      <p:regular r:id="rId19"/>
    </p:embeddedFont>
    <p:embeddedFont>
      <p:font typeface="Tomorrow"/>
      <p:regular r:id="rId20"/>
    </p:embeddedFont>
    <p:embeddedFont>
      <p:font typeface="Tomorrow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font" Target="fonts/font7.fntdata"/><Relationship Id="rId2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6014" y="538043"/>
            <a:ext cx="425291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JobBoard Platform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6014" y="1260991"/>
            <a:ext cx="11738253" cy="56673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46014" y="7071836"/>
            <a:ext cx="1173825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46014" y="7453432"/>
            <a:ext cx="1173825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Ivelin Voynov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3178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Project Overview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94196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3C3C3A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33210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Goal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811429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Connecting employers and job seekers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094196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3C3C3A"/>
          </a:solidFill>
          <a:ln/>
        </p:spPr>
      </p:sp>
      <p:sp>
        <p:nvSpPr>
          <p:cNvPr id="7" name="Text 5"/>
          <p:cNvSpPr/>
          <p:nvPr/>
        </p:nvSpPr>
        <p:spPr>
          <a:xfrm>
            <a:off x="5443776" y="33210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Job Management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43776" y="3811429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CRUD operations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094196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3C3C3A"/>
          </a:solidFill>
          <a:ln/>
        </p:spPr>
      </p:sp>
      <p:sp>
        <p:nvSpPr>
          <p:cNvPr id="10" name="Text 8"/>
          <p:cNvSpPr/>
          <p:nvPr/>
        </p:nvSpPr>
        <p:spPr>
          <a:xfrm>
            <a:off x="9866948" y="3321010"/>
            <a:ext cx="32086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Company Registration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66948" y="3811429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Employer accounts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990862"/>
            <a:ext cx="6407944" cy="1306949"/>
          </a:xfrm>
          <a:prstGeom prst="roundRect">
            <a:avLst>
              <a:gd name="adj" fmla="val 2603"/>
            </a:avLst>
          </a:prstGeom>
          <a:solidFill>
            <a:srgbClr val="3C3C3A"/>
          </a:solidFill>
          <a:ln/>
        </p:spPr>
      </p:sp>
      <p:sp>
        <p:nvSpPr>
          <p:cNvPr id="13" name="Text 11"/>
          <p:cNvSpPr/>
          <p:nvPr/>
        </p:nvSpPr>
        <p:spPr>
          <a:xfrm>
            <a:off x="1020604" y="52176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Application System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20604" y="5708094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Job applications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990862"/>
            <a:ext cx="6407944" cy="1306949"/>
          </a:xfrm>
          <a:prstGeom prst="roundRect">
            <a:avLst>
              <a:gd name="adj" fmla="val 2603"/>
            </a:avLst>
          </a:prstGeom>
          <a:solidFill>
            <a:srgbClr val="3C3C3A"/>
          </a:solidFill>
          <a:ln/>
        </p:spPr>
      </p:sp>
      <p:sp>
        <p:nvSpPr>
          <p:cNvPr id="16" name="Text 14"/>
          <p:cNvSpPr/>
          <p:nvPr/>
        </p:nvSpPr>
        <p:spPr>
          <a:xfrm>
            <a:off x="7655362" y="52176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Real-time Statistics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55362" y="5708094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Data analytics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0243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Technical Stack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905006"/>
            <a:ext cx="6407944" cy="1677591"/>
          </a:xfrm>
          <a:prstGeom prst="roundRect">
            <a:avLst>
              <a:gd name="adj" fmla="val 8721"/>
            </a:avLst>
          </a:prstGeom>
          <a:solidFill>
            <a:srgbClr val="1D1D1B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874526"/>
            <a:ext cx="6407944" cy="121920"/>
          </a:xfrm>
          <a:prstGeom prst="roundRect">
            <a:avLst>
              <a:gd name="adj" fmla="val 27907"/>
            </a:avLst>
          </a:prstGeom>
          <a:solidFill>
            <a:srgbClr val="E1E1D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540" y="2564844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E1E1DF"/>
          </a:solidFill>
          <a:ln/>
        </p:spPr>
      </p:sp>
      <p:sp>
        <p:nvSpPr>
          <p:cNvPr id="6" name="Text 4"/>
          <p:cNvSpPr/>
          <p:nvPr/>
        </p:nvSpPr>
        <p:spPr>
          <a:xfrm>
            <a:off x="3861614" y="2734985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084" y="34719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Backend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084" y="3962400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ASP.NET Core 8 MVC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2905006"/>
            <a:ext cx="6408063" cy="1677591"/>
          </a:xfrm>
          <a:prstGeom prst="roundRect">
            <a:avLst>
              <a:gd name="adj" fmla="val 8721"/>
            </a:avLst>
          </a:prstGeom>
          <a:solidFill>
            <a:srgbClr val="1D1D1B"/>
          </a:solidFill>
          <a:ln/>
        </p:spPr>
      </p:sp>
      <p:sp>
        <p:nvSpPr>
          <p:cNvPr id="10" name="Shape 8"/>
          <p:cNvSpPr/>
          <p:nvPr/>
        </p:nvSpPr>
        <p:spPr>
          <a:xfrm>
            <a:off x="7428548" y="2874526"/>
            <a:ext cx="6408063" cy="121920"/>
          </a:xfrm>
          <a:prstGeom prst="roundRect">
            <a:avLst>
              <a:gd name="adj" fmla="val 27907"/>
            </a:avLst>
          </a:prstGeom>
          <a:solidFill>
            <a:srgbClr val="E1E1DF"/>
          </a:solidFill>
          <a:ln/>
        </p:spPr>
      </p:sp>
      <p:sp>
        <p:nvSpPr>
          <p:cNvPr id="11" name="Shape 9"/>
          <p:cNvSpPr/>
          <p:nvPr/>
        </p:nvSpPr>
        <p:spPr>
          <a:xfrm>
            <a:off x="10292298" y="2564844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E1E1DF"/>
          </a:solidFill>
          <a:ln/>
        </p:spPr>
      </p:sp>
      <p:sp>
        <p:nvSpPr>
          <p:cNvPr id="12" name="Text 10"/>
          <p:cNvSpPr/>
          <p:nvPr/>
        </p:nvSpPr>
        <p:spPr>
          <a:xfrm>
            <a:off x="10496371" y="2734985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685842" y="34719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Database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85842" y="3962400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SQL Server &amp; Entity Framework Core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5149572"/>
            <a:ext cx="6407944" cy="1677591"/>
          </a:xfrm>
          <a:prstGeom prst="roundRect">
            <a:avLst>
              <a:gd name="adj" fmla="val 8721"/>
            </a:avLst>
          </a:prstGeom>
          <a:solidFill>
            <a:srgbClr val="1D1D1B"/>
          </a:solidFill>
          <a:ln/>
        </p:spPr>
      </p:sp>
      <p:sp>
        <p:nvSpPr>
          <p:cNvPr id="16" name="Shape 14"/>
          <p:cNvSpPr/>
          <p:nvPr/>
        </p:nvSpPr>
        <p:spPr>
          <a:xfrm>
            <a:off x="793790" y="5119092"/>
            <a:ext cx="6407944" cy="121920"/>
          </a:xfrm>
          <a:prstGeom prst="roundRect">
            <a:avLst>
              <a:gd name="adj" fmla="val 27907"/>
            </a:avLst>
          </a:prstGeom>
          <a:solidFill>
            <a:srgbClr val="E1E1DF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540" y="480941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E1E1DF"/>
          </a:solidFill>
          <a:ln/>
        </p:spPr>
      </p:sp>
      <p:sp>
        <p:nvSpPr>
          <p:cNvPr id="18" name="Text 16"/>
          <p:cNvSpPr/>
          <p:nvPr/>
        </p:nvSpPr>
        <p:spPr>
          <a:xfrm>
            <a:off x="3861614" y="497955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051084" y="5716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Security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51084" y="6206966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ASP.NET Core Identity (RBAC)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428548" y="5149572"/>
            <a:ext cx="6408063" cy="1677591"/>
          </a:xfrm>
          <a:prstGeom prst="roundRect">
            <a:avLst>
              <a:gd name="adj" fmla="val 8721"/>
            </a:avLst>
          </a:prstGeom>
          <a:solidFill>
            <a:srgbClr val="1D1D1B"/>
          </a:solidFill>
          <a:ln/>
        </p:spPr>
      </p:sp>
      <p:sp>
        <p:nvSpPr>
          <p:cNvPr id="22" name="Shape 20"/>
          <p:cNvSpPr/>
          <p:nvPr/>
        </p:nvSpPr>
        <p:spPr>
          <a:xfrm>
            <a:off x="7428548" y="5119092"/>
            <a:ext cx="6408063" cy="121920"/>
          </a:xfrm>
          <a:prstGeom prst="roundRect">
            <a:avLst>
              <a:gd name="adj" fmla="val 27907"/>
            </a:avLst>
          </a:prstGeom>
          <a:solidFill>
            <a:srgbClr val="E1E1DF"/>
          </a:solidFill>
          <a:ln/>
        </p:spPr>
      </p:sp>
      <p:sp>
        <p:nvSpPr>
          <p:cNvPr id="23" name="Shape 21"/>
          <p:cNvSpPr/>
          <p:nvPr/>
        </p:nvSpPr>
        <p:spPr>
          <a:xfrm>
            <a:off x="10292298" y="480941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E1E1DF"/>
          </a:solidFill>
          <a:ln/>
        </p:spPr>
      </p:sp>
      <p:sp>
        <p:nvSpPr>
          <p:cNvPr id="24" name="Text 22"/>
          <p:cNvSpPr/>
          <p:nvPr/>
        </p:nvSpPr>
        <p:spPr>
          <a:xfrm>
            <a:off x="10496371" y="497955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4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7685842" y="5716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UI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685842" y="6206966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Bootstrap 5 &amp; Razor Views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57249"/>
            <a:ext cx="67804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Key Technical Solutions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19657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4274701"/>
            <a:ext cx="4196358" cy="30480"/>
          </a:xfrm>
          <a:prstGeom prst="rect">
            <a:avLst/>
          </a:prstGeom>
          <a:solidFill>
            <a:srgbClr val="E1E1DF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44490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RBAC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939427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Admin, Employer, Candidate roles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3919657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4274701"/>
            <a:ext cx="4196358" cy="30480"/>
          </a:xfrm>
          <a:prstGeom prst="rect">
            <a:avLst/>
          </a:prstGeom>
          <a:solidFill>
            <a:srgbClr val="E1E1DF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44490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Data Integrity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4939427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AsNoTracking() for updates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3919657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4274701"/>
            <a:ext cx="4196358" cy="30480"/>
          </a:xfrm>
          <a:prstGeom prst="rect">
            <a:avLst/>
          </a:prstGeom>
          <a:solidFill>
            <a:srgbClr val="E1E1DF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44490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Automation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4939427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Database seeding for roles and admin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0931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Statistics &amp; LINQ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413403"/>
            <a:ext cx="6244709" cy="18847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55331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599521" y="35931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Analytics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599521" y="417433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Real-time data aggregation using LINQ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599521" y="47640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Insights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599521" y="534519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Automated tracking of jobs, companies, applicants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2649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Future Roadmap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588901"/>
            <a:ext cx="4347567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47229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Email Notifications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5213390"/>
            <a:ext cx="389393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Application alerts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357" y="3588901"/>
            <a:ext cx="4347567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68171" y="4722971"/>
            <a:ext cx="291060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PDF Resume Upload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368171" y="5213390"/>
            <a:ext cx="389393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File integration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8924" y="3588901"/>
            <a:ext cx="4347567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5738" y="47229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Advanced Search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715738" y="5213390"/>
            <a:ext cx="389393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Location and salary filters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988225"/>
            <a:ext cx="7556421" cy="4253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50"/>
              </a:lnSpc>
              <a:buNone/>
            </a:pPr>
            <a:r>
              <a:rPr lang="en-US" sz="89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Project Demonstration</a:t>
            </a:r>
            <a:endParaRPr lang="en-US" sz="8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2026-04-23T22:57:15Z</dcterms:created>
  <dcterms:modified xsi:type="dcterms:W3CDTF">2026-04-23T22:57:15Z</dcterms:modified>
</cp:coreProperties>
</file>